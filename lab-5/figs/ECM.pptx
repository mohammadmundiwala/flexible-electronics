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5486400" cy="2743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7" autoAdjust="0"/>
    <p:restoredTop sz="94660"/>
  </p:normalViewPr>
  <p:slideViewPr>
    <p:cSldViewPr snapToGrid="0">
      <p:cViewPr>
        <p:scale>
          <a:sx n="102" d="100"/>
          <a:sy n="102" d="100"/>
        </p:scale>
        <p:origin x="1896" y="102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48945"/>
            <a:ext cx="4114800" cy="955040"/>
          </a:xfrm>
        </p:spPr>
        <p:txBody>
          <a:bodyPr anchor="b"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440815"/>
            <a:ext cx="4114800" cy="662305"/>
          </a:xfrm>
        </p:spPr>
        <p:txBody>
          <a:bodyPr/>
          <a:lstStyle>
            <a:lvl1pPr marL="0" indent="0" algn="ctr">
              <a:buNone/>
              <a:defRPr sz="960"/>
            </a:lvl1pPr>
            <a:lvl2pPr marL="182880" indent="0" algn="ctr">
              <a:buNone/>
              <a:defRPr sz="800"/>
            </a:lvl2pPr>
            <a:lvl3pPr marL="365760" indent="0" algn="ctr">
              <a:buNone/>
              <a:defRPr sz="720"/>
            </a:lvl3pPr>
            <a:lvl4pPr marL="548640" indent="0" algn="ctr">
              <a:buNone/>
              <a:defRPr sz="640"/>
            </a:lvl4pPr>
            <a:lvl5pPr marL="731520" indent="0" algn="ctr">
              <a:buNone/>
              <a:defRPr sz="640"/>
            </a:lvl5pPr>
            <a:lvl6pPr marL="914400" indent="0" algn="ctr">
              <a:buNone/>
              <a:defRPr sz="640"/>
            </a:lvl6pPr>
            <a:lvl7pPr marL="1097280" indent="0" algn="ctr">
              <a:buNone/>
              <a:defRPr sz="640"/>
            </a:lvl7pPr>
            <a:lvl8pPr marL="1280160" indent="0" algn="ctr">
              <a:buNone/>
              <a:defRPr sz="640"/>
            </a:lvl8pPr>
            <a:lvl9pPr marL="1463040" indent="0" algn="ctr">
              <a:buNone/>
              <a:defRPr sz="6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D8540-FDFB-4D71-881E-4365A71EA21D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B9C10-3AE2-47E4-9135-E48464F0EB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602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D8540-FDFB-4D71-881E-4365A71EA21D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B9C10-3AE2-47E4-9135-E48464F0EB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3754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333" y="683895"/>
            <a:ext cx="4732020" cy="114109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4333" y="1835785"/>
            <a:ext cx="4732020" cy="600075"/>
          </a:xfrm>
        </p:spPr>
        <p:txBody>
          <a:bodyPr/>
          <a:lstStyle>
            <a:lvl1pPr marL="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1pPr>
            <a:lvl2pPr marL="18288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2pPr>
            <a:lvl3pPr marL="365760" indent="0">
              <a:buNone/>
              <a:defRPr sz="720">
                <a:solidFill>
                  <a:schemeClr val="tx1">
                    <a:tint val="82000"/>
                  </a:schemeClr>
                </a:solidFill>
              </a:defRPr>
            </a:lvl3pPr>
            <a:lvl4pPr marL="54864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4pPr>
            <a:lvl5pPr marL="73152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5pPr>
            <a:lvl6pPr marL="91440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6pPr>
            <a:lvl7pPr marL="109728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7pPr>
            <a:lvl8pPr marL="128016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8pPr>
            <a:lvl9pPr marL="146304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D8540-FDFB-4D71-881E-4365A71EA21D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B9C10-3AE2-47E4-9135-E48464F0EB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171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7190" y="730250"/>
            <a:ext cx="2331720" cy="17405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77490" y="730250"/>
            <a:ext cx="2331720" cy="17405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D8540-FDFB-4D71-881E-4365A71EA21D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B9C10-3AE2-47E4-9135-E48464F0EB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6788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05" y="146050"/>
            <a:ext cx="4732020" cy="5302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7905" y="672465"/>
            <a:ext cx="2321004" cy="329565"/>
          </a:xfrm>
        </p:spPr>
        <p:txBody>
          <a:bodyPr anchor="b"/>
          <a:lstStyle>
            <a:lvl1pPr marL="0" indent="0">
              <a:buNone/>
              <a:defRPr sz="960" b="1"/>
            </a:lvl1pPr>
            <a:lvl2pPr marL="182880" indent="0">
              <a:buNone/>
              <a:defRPr sz="800" b="1"/>
            </a:lvl2pPr>
            <a:lvl3pPr marL="365760" indent="0">
              <a:buNone/>
              <a:defRPr sz="720" b="1"/>
            </a:lvl3pPr>
            <a:lvl4pPr marL="548640" indent="0">
              <a:buNone/>
              <a:defRPr sz="640" b="1"/>
            </a:lvl4pPr>
            <a:lvl5pPr marL="731520" indent="0">
              <a:buNone/>
              <a:defRPr sz="640" b="1"/>
            </a:lvl5pPr>
            <a:lvl6pPr marL="914400" indent="0">
              <a:buNone/>
              <a:defRPr sz="640" b="1"/>
            </a:lvl6pPr>
            <a:lvl7pPr marL="1097280" indent="0">
              <a:buNone/>
              <a:defRPr sz="640" b="1"/>
            </a:lvl7pPr>
            <a:lvl8pPr marL="1280160" indent="0">
              <a:buNone/>
              <a:defRPr sz="640" b="1"/>
            </a:lvl8pPr>
            <a:lvl9pPr marL="1463040" indent="0">
              <a:buNone/>
              <a:defRPr sz="6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7905" y="1002030"/>
            <a:ext cx="2321004" cy="14738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777490" y="672465"/>
            <a:ext cx="2332435" cy="329565"/>
          </a:xfrm>
        </p:spPr>
        <p:txBody>
          <a:bodyPr anchor="b"/>
          <a:lstStyle>
            <a:lvl1pPr marL="0" indent="0">
              <a:buNone/>
              <a:defRPr sz="960" b="1"/>
            </a:lvl1pPr>
            <a:lvl2pPr marL="182880" indent="0">
              <a:buNone/>
              <a:defRPr sz="800" b="1"/>
            </a:lvl2pPr>
            <a:lvl3pPr marL="365760" indent="0">
              <a:buNone/>
              <a:defRPr sz="720" b="1"/>
            </a:lvl3pPr>
            <a:lvl4pPr marL="548640" indent="0">
              <a:buNone/>
              <a:defRPr sz="640" b="1"/>
            </a:lvl4pPr>
            <a:lvl5pPr marL="731520" indent="0">
              <a:buNone/>
              <a:defRPr sz="640" b="1"/>
            </a:lvl5pPr>
            <a:lvl6pPr marL="914400" indent="0">
              <a:buNone/>
              <a:defRPr sz="640" b="1"/>
            </a:lvl6pPr>
            <a:lvl7pPr marL="1097280" indent="0">
              <a:buNone/>
              <a:defRPr sz="640" b="1"/>
            </a:lvl7pPr>
            <a:lvl8pPr marL="1280160" indent="0">
              <a:buNone/>
              <a:defRPr sz="640" b="1"/>
            </a:lvl8pPr>
            <a:lvl9pPr marL="1463040" indent="0">
              <a:buNone/>
              <a:defRPr sz="6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777490" y="1002030"/>
            <a:ext cx="2332435" cy="14738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D8540-FDFB-4D71-881E-4365A71EA21D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B9C10-3AE2-47E4-9135-E48464F0EB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1248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D8540-FDFB-4D71-881E-4365A71EA21D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B9C10-3AE2-47E4-9135-E48464F0EB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24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D8540-FDFB-4D71-881E-4365A71EA21D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B9C10-3AE2-47E4-9135-E48464F0EB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9861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05" y="182880"/>
            <a:ext cx="1769507" cy="640080"/>
          </a:xfrm>
        </p:spPr>
        <p:txBody>
          <a:bodyPr anchor="b"/>
          <a:lstStyle>
            <a:lvl1pPr>
              <a:defRPr sz="12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32435" y="394970"/>
            <a:ext cx="2777490" cy="1949450"/>
          </a:xfrm>
        </p:spPr>
        <p:txBody>
          <a:bodyPr/>
          <a:lstStyle>
            <a:lvl1pPr>
              <a:defRPr sz="1280"/>
            </a:lvl1pPr>
            <a:lvl2pPr>
              <a:defRPr sz="1120"/>
            </a:lvl2pPr>
            <a:lvl3pPr>
              <a:defRPr sz="96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7905" y="822960"/>
            <a:ext cx="1769507" cy="1524635"/>
          </a:xfrm>
        </p:spPr>
        <p:txBody>
          <a:bodyPr/>
          <a:lstStyle>
            <a:lvl1pPr marL="0" indent="0">
              <a:buNone/>
              <a:defRPr sz="640"/>
            </a:lvl1pPr>
            <a:lvl2pPr marL="182880" indent="0">
              <a:buNone/>
              <a:defRPr sz="560"/>
            </a:lvl2pPr>
            <a:lvl3pPr marL="365760" indent="0">
              <a:buNone/>
              <a:defRPr sz="480"/>
            </a:lvl3pPr>
            <a:lvl4pPr marL="548640" indent="0">
              <a:buNone/>
              <a:defRPr sz="400"/>
            </a:lvl4pPr>
            <a:lvl5pPr marL="731520" indent="0">
              <a:buNone/>
              <a:defRPr sz="400"/>
            </a:lvl5pPr>
            <a:lvl6pPr marL="914400" indent="0">
              <a:buNone/>
              <a:defRPr sz="400"/>
            </a:lvl6pPr>
            <a:lvl7pPr marL="1097280" indent="0">
              <a:buNone/>
              <a:defRPr sz="400"/>
            </a:lvl7pPr>
            <a:lvl8pPr marL="1280160" indent="0">
              <a:buNone/>
              <a:defRPr sz="400"/>
            </a:lvl8pPr>
            <a:lvl9pPr marL="1463040" indent="0">
              <a:buNone/>
              <a:defRPr sz="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D8540-FDFB-4D71-881E-4365A71EA21D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B9C10-3AE2-47E4-9135-E48464F0EB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33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05" y="182880"/>
            <a:ext cx="1769507" cy="640080"/>
          </a:xfrm>
        </p:spPr>
        <p:txBody>
          <a:bodyPr anchor="b"/>
          <a:lstStyle>
            <a:lvl1pPr>
              <a:defRPr sz="12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32435" y="394970"/>
            <a:ext cx="2777490" cy="1949450"/>
          </a:xfrm>
        </p:spPr>
        <p:txBody>
          <a:bodyPr anchor="t"/>
          <a:lstStyle>
            <a:lvl1pPr marL="0" indent="0">
              <a:buNone/>
              <a:defRPr sz="1280"/>
            </a:lvl1pPr>
            <a:lvl2pPr marL="182880" indent="0">
              <a:buNone/>
              <a:defRPr sz="1120"/>
            </a:lvl2pPr>
            <a:lvl3pPr marL="365760" indent="0">
              <a:buNone/>
              <a:defRPr sz="960"/>
            </a:lvl3pPr>
            <a:lvl4pPr marL="548640" indent="0">
              <a:buNone/>
              <a:defRPr sz="800"/>
            </a:lvl4pPr>
            <a:lvl5pPr marL="731520" indent="0">
              <a:buNone/>
              <a:defRPr sz="800"/>
            </a:lvl5pPr>
            <a:lvl6pPr marL="914400" indent="0">
              <a:buNone/>
              <a:defRPr sz="800"/>
            </a:lvl6pPr>
            <a:lvl7pPr marL="1097280" indent="0">
              <a:buNone/>
              <a:defRPr sz="800"/>
            </a:lvl7pPr>
            <a:lvl8pPr marL="1280160" indent="0">
              <a:buNone/>
              <a:defRPr sz="800"/>
            </a:lvl8pPr>
            <a:lvl9pPr marL="1463040" indent="0">
              <a:buNone/>
              <a:defRPr sz="8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7905" y="822960"/>
            <a:ext cx="1769507" cy="1524635"/>
          </a:xfrm>
        </p:spPr>
        <p:txBody>
          <a:bodyPr/>
          <a:lstStyle>
            <a:lvl1pPr marL="0" indent="0">
              <a:buNone/>
              <a:defRPr sz="640"/>
            </a:lvl1pPr>
            <a:lvl2pPr marL="182880" indent="0">
              <a:buNone/>
              <a:defRPr sz="560"/>
            </a:lvl2pPr>
            <a:lvl3pPr marL="365760" indent="0">
              <a:buNone/>
              <a:defRPr sz="480"/>
            </a:lvl3pPr>
            <a:lvl4pPr marL="548640" indent="0">
              <a:buNone/>
              <a:defRPr sz="400"/>
            </a:lvl4pPr>
            <a:lvl5pPr marL="731520" indent="0">
              <a:buNone/>
              <a:defRPr sz="400"/>
            </a:lvl5pPr>
            <a:lvl6pPr marL="914400" indent="0">
              <a:buNone/>
              <a:defRPr sz="400"/>
            </a:lvl6pPr>
            <a:lvl7pPr marL="1097280" indent="0">
              <a:buNone/>
              <a:defRPr sz="400"/>
            </a:lvl7pPr>
            <a:lvl8pPr marL="1280160" indent="0">
              <a:buNone/>
              <a:defRPr sz="400"/>
            </a:lvl8pPr>
            <a:lvl9pPr marL="1463040" indent="0">
              <a:buNone/>
              <a:defRPr sz="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D8540-FDFB-4D71-881E-4365A71EA21D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B9C10-3AE2-47E4-9135-E48464F0EB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116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D8540-FDFB-4D71-881E-4365A71EA21D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B9C10-3AE2-47E4-9135-E48464F0EB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3707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926205" y="146050"/>
            <a:ext cx="1183005" cy="2324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7190" y="146050"/>
            <a:ext cx="3480435" cy="232473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D8540-FDFB-4D71-881E-4365A71EA21D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B9C10-3AE2-47E4-9135-E48464F0EB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430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7190" y="146050"/>
            <a:ext cx="4732020" cy="530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7190" y="730250"/>
            <a:ext cx="4732020" cy="17405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77190" y="2542540"/>
            <a:ext cx="123444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ED8540-FDFB-4D71-881E-4365A71EA21D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817370" y="2542540"/>
            <a:ext cx="185166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74770" y="2542540"/>
            <a:ext cx="123444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AB9C10-3AE2-47E4-9135-E48464F0EB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514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65760" rtl="0" eaLnBrk="1" latinLnBrk="0" hangingPunct="1">
        <a:lnSpc>
          <a:spcPct val="90000"/>
        </a:lnSpc>
        <a:spcBef>
          <a:spcPct val="0"/>
        </a:spcBef>
        <a:buNone/>
        <a:defRPr sz="17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36576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12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3pPr>
      <a:lvl4pPr marL="64008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4pPr>
      <a:lvl5pPr marL="82296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5pPr>
      <a:lvl6pPr marL="100584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6pPr>
      <a:lvl7pPr marL="118872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7pPr>
      <a:lvl8pPr marL="137160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8pPr>
      <a:lvl9pPr marL="155448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1pPr>
      <a:lvl2pPr marL="18288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2pPr>
      <a:lvl3pPr marL="36576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3pPr>
      <a:lvl4pPr marL="54864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4pPr>
      <a:lvl5pPr marL="73152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6pPr>
      <a:lvl7pPr marL="109728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7pPr>
      <a:lvl8pPr marL="128016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8pPr>
      <a:lvl9pPr marL="146304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1A45A7D9-A262-3AD0-21FD-45BF8B6B6F49}"/>
                  </a:ext>
                </a:extLst>
              </p:cNvPr>
              <p:cNvSpPr txBox="1"/>
              <p:nvPr/>
            </p:nvSpPr>
            <p:spPr>
              <a:xfrm>
                <a:off x="2856684" y="1616097"/>
                <a:ext cx="653625" cy="2120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09585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F79646">
                                  <a:lumMod val="75000"/>
                                </a:srgb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F79646">
                                  <a:lumMod val="75000"/>
                                </a:srgbClr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F79646">
                                  <a:lumMod val="75000"/>
                                </a:srgbClr>
                              </a:solidFill>
                              <a:latin typeface="Cambria Math" panose="02040503050406030204" pitchFamily="18" charset="0"/>
                            </a:rPr>
                            <m:t>ct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F79646">
                      <a:lumMod val="75000"/>
                    </a:srgbClr>
                  </a:solidFill>
                  <a:latin typeface="Arial" panose="020B0604020202020204"/>
                </a:endParaRPr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1A45A7D9-A262-3AD0-21FD-45BF8B6B6F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6684" y="1616097"/>
                <a:ext cx="653625" cy="212046"/>
              </a:xfrm>
              <a:prstGeom prst="rect">
                <a:avLst/>
              </a:prstGeom>
              <a:blipFill>
                <a:blip r:embed="rId2"/>
                <a:stretch>
                  <a:fillRect b="-7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1" name="Group 40">
            <a:extLst>
              <a:ext uri="{FF2B5EF4-FFF2-40B4-BE49-F238E27FC236}">
                <a16:creationId xmlns:a16="http://schemas.microsoft.com/office/drawing/2014/main" id="{A6F25012-FEC2-F19D-106B-214A8F161472}"/>
              </a:ext>
            </a:extLst>
          </p:cNvPr>
          <p:cNvGrpSpPr/>
          <p:nvPr/>
        </p:nvGrpSpPr>
        <p:grpSpPr>
          <a:xfrm>
            <a:off x="1420662" y="1064882"/>
            <a:ext cx="935670" cy="198416"/>
            <a:chOff x="3525893" y="4454105"/>
            <a:chExt cx="1113645" cy="236157"/>
          </a:xfrm>
        </p:grpSpPr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9197C750-F80B-1E82-7F81-B8576863DD7F}"/>
                </a:ext>
              </a:extLst>
            </p:cNvPr>
            <p:cNvCxnSpPr>
              <a:cxnSpLocks/>
              <a:stCxn id="43" idx="0"/>
            </p:cNvCxnSpPr>
            <p:nvPr/>
          </p:nvCxnSpPr>
          <p:spPr>
            <a:xfrm flipH="1">
              <a:off x="3792015" y="4454105"/>
              <a:ext cx="93259" cy="112325"/>
            </a:xfrm>
            <a:prstGeom prst="line">
              <a:avLst/>
            </a:prstGeom>
            <a:noFill/>
            <a:ln w="76200" cap="rnd" cmpd="sng" algn="ctr">
              <a:solidFill>
                <a:srgbClr val="F79646"/>
              </a:solidFill>
              <a:prstDash val="solid"/>
            </a:ln>
            <a:effectLst/>
          </p:spPr>
        </p:cxnSp>
        <p:sp>
          <p:nvSpPr>
            <p:cNvPr id="43" name="Diamond 38">
              <a:extLst>
                <a:ext uri="{FF2B5EF4-FFF2-40B4-BE49-F238E27FC236}">
                  <a16:creationId xmlns:a16="http://schemas.microsoft.com/office/drawing/2014/main" id="{8670502C-97DD-2243-5343-D674D7AEBB5F}"/>
                </a:ext>
              </a:extLst>
            </p:cNvPr>
            <p:cNvSpPr/>
            <p:nvPr/>
          </p:nvSpPr>
          <p:spPr>
            <a:xfrm>
              <a:off x="3885274" y="4454105"/>
              <a:ext cx="262863" cy="224651"/>
            </a:xfrm>
            <a:custGeom>
              <a:avLst/>
              <a:gdLst>
                <a:gd name="connsiteX0" fmla="*/ 0 w 262863"/>
                <a:gd name="connsiteY0" fmla="*/ 224652 h 449303"/>
                <a:gd name="connsiteX1" fmla="*/ 131432 w 262863"/>
                <a:gd name="connsiteY1" fmla="*/ 0 h 449303"/>
                <a:gd name="connsiteX2" fmla="*/ 262863 w 262863"/>
                <a:gd name="connsiteY2" fmla="*/ 224652 h 449303"/>
                <a:gd name="connsiteX3" fmla="*/ 131432 w 262863"/>
                <a:gd name="connsiteY3" fmla="*/ 449303 h 449303"/>
                <a:gd name="connsiteX4" fmla="*/ 0 w 262863"/>
                <a:gd name="connsiteY4" fmla="*/ 224652 h 449303"/>
                <a:gd name="connsiteX0" fmla="*/ 0 w 262863"/>
                <a:gd name="connsiteY0" fmla="*/ 0 h 224651"/>
                <a:gd name="connsiteX1" fmla="*/ 129051 w 262863"/>
                <a:gd name="connsiteY1" fmla="*/ 215879 h 224651"/>
                <a:gd name="connsiteX2" fmla="*/ 262863 w 262863"/>
                <a:gd name="connsiteY2" fmla="*/ 0 h 224651"/>
                <a:gd name="connsiteX3" fmla="*/ 131432 w 262863"/>
                <a:gd name="connsiteY3" fmla="*/ 224651 h 224651"/>
                <a:gd name="connsiteX4" fmla="*/ 0 w 262863"/>
                <a:gd name="connsiteY4" fmla="*/ 0 h 224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2863" h="224651">
                  <a:moveTo>
                    <a:pt x="0" y="0"/>
                  </a:moveTo>
                  <a:lnTo>
                    <a:pt x="129051" y="215879"/>
                  </a:lnTo>
                  <a:lnTo>
                    <a:pt x="262863" y="0"/>
                  </a:lnTo>
                  <a:lnTo>
                    <a:pt x="131432" y="22465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200" cap="flat" cmpd="sng" algn="ctr">
              <a:solidFill>
                <a:srgbClr val="F79646"/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609585"/>
              <a:endParaRPr lang="en-US" sz="2400" kern="0">
                <a:solidFill>
                  <a:prstClr val="white"/>
                </a:solidFill>
                <a:latin typeface="Arial" panose="020B0604020202020204"/>
              </a:endParaRPr>
            </a:p>
          </p:txBody>
        </p:sp>
        <p:sp>
          <p:nvSpPr>
            <p:cNvPr id="44" name="Diamond 38">
              <a:extLst>
                <a:ext uri="{FF2B5EF4-FFF2-40B4-BE49-F238E27FC236}">
                  <a16:creationId xmlns:a16="http://schemas.microsoft.com/office/drawing/2014/main" id="{8FFECB4E-C03B-258C-F299-6C8C2D6AC6BA}"/>
                </a:ext>
              </a:extLst>
            </p:cNvPr>
            <p:cNvSpPr/>
            <p:nvPr/>
          </p:nvSpPr>
          <p:spPr>
            <a:xfrm>
              <a:off x="4149824" y="4459148"/>
              <a:ext cx="262863" cy="224651"/>
            </a:xfrm>
            <a:custGeom>
              <a:avLst/>
              <a:gdLst>
                <a:gd name="connsiteX0" fmla="*/ 0 w 262863"/>
                <a:gd name="connsiteY0" fmla="*/ 224652 h 449303"/>
                <a:gd name="connsiteX1" fmla="*/ 131432 w 262863"/>
                <a:gd name="connsiteY1" fmla="*/ 0 h 449303"/>
                <a:gd name="connsiteX2" fmla="*/ 262863 w 262863"/>
                <a:gd name="connsiteY2" fmla="*/ 224652 h 449303"/>
                <a:gd name="connsiteX3" fmla="*/ 131432 w 262863"/>
                <a:gd name="connsiteY3" fmla="*/ 449303 h 449303"/>
                <a:gd name="connsiteX4" fmla="*/ 0 w 262863"/>
                <a:gd name="connsiteY4" fmla="*/ 224652 h 449303"/>
                <a:gd name="connsiteX0" fmla="*/ 0 w 262863"/>
                <a:gd name="connsiteY0" fmla="*/ 0 h 224651"/>
                <a:gd name="connsiteX1" fmla="*/ 129051 w 262863"/>
                <a:gd name="connsiteY1" fmla="*/ 215879 h 224651"/>
                <a:gd name="connsiteX2" fmla="*/ 262863 w 262863"/>
                <a:gd name="connsiteY2" fmla="*/ 0 h 224651"/>
                <a:gd name="connsiteX3" fmla="*/ 131432 w 262863"/>
                <a:gd name="connsiteY3" fmla="*/ 224651 h 224651"/>
                <a:gd name="connsiteX4" fmla="*/ 0 w 262863"/>
                <a:gd name="connsiteY4" fmla="*/ 0 h 224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2863" h="224651">
                  <a:moveTo>
                    <a:pt x="0" y="0"/>
                  </a:moveTo>
                  <a:lnTo>
                    <a:pt x="129051" y="215879"/>
                  </a:lnTo>
                  <a:lnTo>
                    <a:pt x="262863" y="0"/>
                  </a:lnTo>
                  <a:lnTo>
                    <a:pt x="131432" y="22465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200" cap="flat" cmpd="sng" algn="ctr">
              <a:solidFill>
                <a:srgbClr val="F79646"/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609585"/>
              <a:endParaRPr lang="en-US" sz="2400" kern="0">
                <a:solidFill>
                  <a:prstClr val="white"/>
                </a:solidFill>
                <a:latin typeface="Arial" panose="020B0604020202020204"/>
              </a:endParaRPr>
            </a:p>
          </p:txBody>
        </p:sp>
        <p:sp>
          <p:nvSpPr>
            <p:cNvPr id="45" name="Diamond 38">
              <a:extLst>
                <a:ext uri="{FF2B5EF4-FFF2-40B4-BE49-F238E27FC236}">
                  <a16:creationId xmlns:a16="http://schemas.microsoft.com/office/drawing/2014/main" id="{399CD632-E344-0F20-F18A-A4F04E304643}"/>
                </a:ext>
              </a:extLst>
            </p:cNvPr>
            <p:cNvSpPr/>
            <p:nvPr/>
          </p:nvSpPr>
          <p:spPr>
            <a:xfrm>
              <a:off x="4417156" y="4465611"/>
              <a:ext cx="222382" cy="224651"/>
            </a:xfrm>
            <a:custGeom>
              <a:avLst/>
              <a:gdLst>
                <a:gd name="connsiteX0" fmla="*/ 0 w 262863"/>
                <a:gd name="connsiteY0" fmla="*/ 224652 h 449303"/>
                <a:gd name="connsiteX1" fmla="*/ 131432 w 262863"/>
                <a:gd name="connsiteY1" fmla="*/ 0 h 449303"/>
                <a:gd name="connsiteX2" fmla="*/ 262863 w 262863"/>
                <a:gd name="connsiteY2" fmla="*/ 224652 h 449303"/>
                <a:gd name="connsiteX3" fmla="*/ 131432 w 262863"/>
                <a:gd name="connsiteY3" fmla="*/ 449303 h 449303"/>
                <a:gd name="connsiteX4" fmla="*/ 0 w 262863"/>
                <a:gd name="connsiteY4" fmla="*/ 224652 h 449303"/>
                <a:gd name="connsiteX0" fmla="*/ 0 w 262863"/>
                <a:gd name="connsiteY0" fmla="*/ 0 h 224651"/>
                <a:gd name="connsiteX1" fmla="*/ 129051 w 262863"/>
                <a:gd name="connsiteY1" fmla="*/ 215879 h 224651"/>
                <a:gd name="connsiteX2" fmla="*/ 262863 w 262863"/>
                <a:gd name="connsiteY2" fmla="*/ 0 h 224651"/>
                <a:gd name="connsiteX3" fmla="*/ 131432 w 262863"/>
                <a:gd name="connsiteY3" fmla="*/ 224651 h 224651"/>
                <a:gd name="connsiteX4" fmla="*/ 0 w 262863"/>
                <a:gd name="connsiteY4" fmla="*/ 0 h 224651"/>
                <a:gd name="connsiteX0" fmla="*/ 0 w 231907"/>
                <a:gd name="connsiteY0" fmla="*/ 0 h 224651"/>
                <a:gd name="connsiteX1" fmla="*/ 129051 w 231907"/>
                <a:gd name="connsiteY1" fmla="*/ 215879 h 224651"/>
                <a:gd name="connsiteX2" fmla="*/ 231907 w 231907"/>
                <a:gd name="connsiteY2" fmla="*/ 50006 h 224651"/>
                <a:gd name="connsiteX3" fmla="*/ 131432 w 231907"/>
                <a:gd name="connsiteY3" fmla="*/ 224651 h 224651"/>
                <a:gd name="connsiteX4" fmla="*/ 0 w 231907"/>
                <a:gd name="connsiteY4" fmla="*/ 0 h 224651"/>
                <a:gd name="connsiteX0" fmla="*/ 0 w 222382"/>
                <a:gd name="connsiteY0" fmla="*/ 0 h 224651"/>
                <a:gd name="connsiteX1" fmla="*/ 129051 w 222382"/>
                <a:gd name="connsiteY1" fmla="*/ 215879 h 224651"/>
                <a:gd name="connsiteX2" fmla="*/ 222382 w 222382"/>
                <a:gd name="connsiteY2" fmla="*/ 64294 h 224651"/>
                <a:gd name="connsiteX3" fmla="*/ 131432 w 222382"/>
                <a:gd name="connsiteY3" fmla="*/ 224651 h 224651"/>
                <a:gd name="connsiteX4" fmla="*/ 0 w 222382"/>
                <a:gd name="connsiteY4" fmla="*/ 0 h 224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2382" h="224651">
                  <a:moveTo>
                    <a:pt x="0" y="0"/>
                  </a:moveTo>
                  <a:lnTo>
                    <a:pt x="129051" y="215879"/>
                  </a:lnTo>
                  <a:lnTo>
                    <a:pt x="222382" y="64294"/>
                  </a:lnTo>
                  <a:lnTo>
                    <a:pt x="131432" y="22465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200" cap="flat" cmpd="sng" algn="ctr">
              <a:solidFill>
                <a:srgbClr val="F79646"/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609585"/>
              <a:endParaRPr lang="en-US" sz="2400" kern="0">
                <a:solidFill>
                  <a:prstClr val="white"/>
                </a:solidFill>
                <a:latin typeface="Arial" panose="020B0604020202020204"/>
              </a:endParaRPr>
            </a:p>
          </p:txBody>
        </p: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362640E8-9945-496E-3ECB-5D81CFB80B3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25893" y="4566430"/>
              <a:ext cx="261653" cy="0"/>
            </a:xfrm>
            <a:prstGeom prst="line">
              <a:avLst/>
            </a:prstGeom>
            <a:noFill/>
            <a:ln w="76200" cap="rnd" cmpd="sng" algn="ctr">
              <a:solidFill>
                <a:srgbClr val="F79646"/>
              </a:solidFill>
              <a:prstDash val="solid"/>
            </a:ln>
            <a:effectLst/>
          </p:spPr>
        </p:cxnSp>
      </p:grp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35B86327-16B2-DA8E-F251-12A9424E6420}"/>
              </a:ext>
            </a:extLst>
          </p:cNvPr>
          <p:cNvCxnSpPr>
            <a:cxnSpLocks/>
          </p:cNvCxnSpPr>
          <p:nvPr/>
        </p:nvCxnSpPr>
        <p:spPr>
          <a:xfrm flipH="1">
            <a:off x="2364149" y="1128568"/>
            <a:ext cx="223587" cy="0"/>
          </a:xfrm>
          <a:prstGeom prst="line">
            <a:avLst/>
          </a:prstGeom>
          <a:noFill/>
          <a:ln w="76200" cap="rnd" cmpd="sng" algn="ctr">
            <a:solidFill>
              <a:srgbClr val="F79646"/>
            </a:solidFill>
            <a:prstDash val="solid"/>
          </a:ln>
          <a:effectLst/>
        </p:spPr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F9690092-988F-D2F3-691D-541CA235B9AE}"/>
              </a:ext>
            </a:extLst>
          </p:cNvPr>
          <p:cNvCxnSpPr>
            <a:cxnSpLocks/>
          </p:cNvCxnSpPr>
          <p:nvPr/>
        </p:nvCxnSpPr>
        <p:spPr>
          <a:xfrm>
            <a:off x="2587735" y="751967"/>
            <a:ext cx="0" cy="376601"/>
          </a:xfrm>
          <a:prstGeom prst="line">
            <a:avLst/>
          </a:prstGeom>
          <a:noFill/>
          <a:ln w="76200" cap="rnd" cmpd="sng" algn="ctr">
            <a:solidFill>
              <a:srgbClr val="F79646"/>
            </a:solidFill>
            <a:prstDash val="solid"/>
          </a:ln>
          <a:effectLst/>
        </p:spPr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D883174D-5D5D-D971-E2C6-623AB5E77FB5}"/>
              </a:ext>
            </a:extLst>
          </p:cNvPr>
          <p:cNvCxnSpPr>
            <a:cxnSpLocks/>
          </p:cNvCxnSpPr>
          <p:nvPr/>
        </p:nvCxnSpPr>
        <p:spPr>
          <a:xfrm>
            <a:off x="2587735" y="1128568"/>
            <a:ext cx="0" cy="409984"/>
          </a:xfrm>
          <a:prstGeom prst="line">
            <a:avLst/>
          </a:prstGeom>
          <a:noFill/>
          <a:ln w="76200" cap="rnd" cmpd="sng" algn="ctr">
            <a:solidFill>
              <a:srgbClr val="F79646"/>
            </a:solidFill>
            <a:prstDash val="solid"/>
          </a:ln>
          <a:effectLst/>
        </p:spPr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D127E229-58A1-005C-E88C-58D632BB678B}"/>
              </a:ext>
            </a:extLst>
          </p:cNvPr>
          <p:cNvCxnSpPr>
            <a:cxnSpLocks/>
          </p:cNvCxnSpPr>
          <p:nvPr/>
        </p:nvCxnSpPr>
        <p:spPr>
          <a:xfrm flipH="1">
            <a:off x="2587736" y="736070"/>
            <a:ext cx="522801" cy="0"/>
          </a:xfrm>
          <a:prstGeom prst="line">
            <a:avLst/>
          </a:prstGeom>
          <a:noFill/>
          <a:ln w="76200" cap="rnd" cmpd="sng" algn="ctr">
            <a:solidFill>
              <a:srgbClr val="F79646"/>
            </a:solidFill>
            <a:prstDash val="solid"/>
          </a:ln>
          <a:effectLst/>
        </p:spPr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085A047B-6E76-7AB3-5F9A-FB7E61E05BD7}"/>
              </a:ext>
            </a:extLst>
          </p:cNvPr>
          <p:cNvCxnSpPr>
            <a:cxnSpLocks/>
          </p:cNvCxnSpPr>
          <p:nvPr/>
        </p:nvCxnSpPr>
        <p:spPr>
          <a:xfrm flipV="1">
            <a:off x="3125526" y="596733"/>
            <a:ext cx="0" cy="307307"/>
          </a:xfrm>
          <a:prstGeom prst="line">
            <a:avLst/>
          </a:prstGeom>
          <a:noFill/>
          <a:ln w="76200" cap="rnd" cmpd="sng" algn="ctr">
            <a:solidFill>
              <a:srgbClr val="F79646"/>
            </a:solidFill>
            <a:prstDash val="solid"/>
          </a:ln>
          <a:effectLst/>
        </p:spPr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B648F2A5-98E2-D7E4-E917-5DDF65416933}"/>
              </a:ext>
            </a:extLst>
          </p:cNvPr>
          <p:cNvCxnSpPr>
            <a:cxnSpLocks/>
          </p:cNvCxnSpPr>
          <p:nvPr/>
        </p:nvCxnSpPr>
        <p:spPr>
          <a:xfrm flipH="1">
            <a:off x="3231412" y="743770"/>
            <a:ext cx="1825951" cy="6312"/>
          </a:xfrm>
          <a:prstGeom prst="line">
            <a:avLst/>
          </a:prstGeom>
          <a:noFill/>
          <a:ln w="76200" cap="rnd" cmpd="sng" algn="ctr">
            <a:solidFill>
              <a:srgbClr val="F79646"/>
            </a:solidFill>
            <a:prstDash val="solid"/>
          </a:ln>
          <a:effectLst/>
        </p:spPr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27077AA9-83AD-4FBA-2748-78D83F9E3DC3}"/>
              </a:ext>
            </a:extLst>
          </p:cNvPr>
          <p:cNvCxnSpPr>
            <a:cxnSpLocks/>
          </p:cNvCxnSpPr>
          <p:nvPr/>
        </p:nvCxnSpPr>
        <p:spPr>
          <a:xfrm flipV="1">
            <a:off x="5057362" y="750083"/>
            <a:ext cx="0" cy="764041"/>
          </a:xfrm>
          <a:prstGeom prst="line">
            <a:avLst/>
          </a:prstGeom>
          <a:noFill/>
          <a:ln w="76200" cap="rnd" cmpd="sng" algn="ctr">
            <a:solidFill>
              <a:srgbClr val="F79646"/>
            </a:solidFill>
            <a:prstDash val="solid"/>
          </a:ln>
          <a:effectLst/>
        </p:spPr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D6F69F1E-32BE-C4DF-48B8-719968FB2B8A}"/>
              </a:ext>
            </a:extLst>
          </p:cNvPr>
          <p:cNvCxnSpPr>
            <a:cxnSpLocks/>
          </p:cNvCxnSpPr>
          <p:nvPr/>
        </p:nvCxnSpPr>
        <p:spPr>
          <a:xfrm>
            <a:off x="3562251" y="1536732"/>
            <a:ext cx="371418" cy="0"/>
          </a:xfrm>
          <a:prstGeom prst="line">
            <a:avLst/>
          </a:prstGeom>
          <a:noFill/>
          <a:ln w="76200" cap="rnd" cmpd="sng" algn="ctr">
            <a:solidFill>
              <a:srgbClr val="F79646"/>
            </a:solidFill>
            <a:prstDash val="solid"/>
          </a:ln>
          <a:effectLst/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107B0B81-8AD3-52EB-5B4B-586ED8E94806}"/>
                  </a:ext>
                </a:extLst>
              </p:cNvPr>
              <p:cNvSpPr txBox="1"/>
              <p:nvPr/>
            </p:nvSpPr>
            <p:spPr>
              <a:xfrm>
                <a:off x="2988911" y="152869"/>
                <a:ext cx="411510" cy="2120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09585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F79646">
                                  <a:lumMod val="75000"/>
                                </a:srgb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F79646">
                                  <a:lumMod val="75000"/>
                                </a:srgbClr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F79646">
                                  <a:lumMod val="75000"/>
                                </a:srgbClr>
                              </a:solidFill>
                              <a:latin typeface="Cambria Math" panose="02040503050406030204" pitchFamily="18" charset="0"/>
                            </a:rPr>
                            <m:t>dl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F79646">
                      <a:lumMod val="75000"/>
                    </a:srgbClr>
                  </a:solidFill>
                  <a:latin typeface="Arial" panose="020B0604020202020204"/>
                </a:endParaRPr>
              </a:p>
            </p:txBody>
          </p:sp>
        </mc:Choice>
        <mc:Fallback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107B0B81-8AD3-52EB-5B4B-586ED8E948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8911" y="152869"/>
                <a:ext cx="411510" cy="212046"/>
              </a:xfrm>
              <a:prstGeom prst="rect">
                <a:avLst/>
              </a:prstGeom>
              <a:blipFill>
                <a:blip r:embed="rId3"/>
                <a:stretch>
                  <a:fillRect l="-2941" r="-11765" b="-9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D9D79136-BDED-8C41-8A72-4305EA49643E}"/>
                  </a:ext>
                </a:extLst>
              </p:cNvPr>
              <p:cNvSpPr txBox="1"/>
              <p:nvPr/>
            </p:nvSpPr>
            <p:spPr>
              <a:xfrm>
                <a:off x="1769446" y="608891"/>
                <a:ext cx="411510" cy="2120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09585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F79646">
                                  <a:lumMod val="75000"/>
                                </a:srgb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F79646">
                                  <a:lumMod val="75000"/>
                                </a:srgbClr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F79646">
                                  <a:lumMod val="75000"/>
                                </a:srgbClr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F79646">
                      <a:lumMod val="75000"/>
                    </a:srgbClr>
                  </a:solidFill>
                  <a:latin typeface="Arial" panose="020B0604020202020204"/>
                </a:endParaRPr>
              </a:p>
            </p:txBody>
          </p:sp>
        </mc:Choice>
        <mc:Fallback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D9D79136-BDED-8C41-8A72-4305EA4964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9446" y="608891"/>
                <a:ext cx="411510" cy="212046"/>
              </a:xfrm>
              <a:prstGeom prst="rect">
                <a:avLst/>
              </a:prstGeom>
              <a:blipFill>
                <a:blip r:embed="rId4"/>
                <a:stretch>
                  <a:fillRect b="-6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7" name="Group 56">
            <a:extLst>
              <a:ext uri="{FF2B5EF4-FFF2-40B4-BE49-F238E27FC236}">
                <a16:creationId xmlns:a16="http://schemas.microsoft.com/office/drawing/2014/main" id="{F0334A0A-65A5-426D-0D59-FC7631717B63}"/>
              </a:ext>
            </a:extLst>
          </p:cNvPr>
          <p:cNvGrpSpPr/>
          <p:nvPr/>
        </p:nvGrpSpPr>
        <p:grpSpPr>
          <a:xfrm>
            <a:off x="2587735" y="1469564"/>
            <a:ext cx="935670" cy="198416"/>
            <a:chOff x="3525893" y="4454105"/>
            <a:chExt cx="1113645" cy="236157"/>
          </a:xfrm>
        </p:grpSpPr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8BA9576B-A8A1-A261-5DB9-393F8F017ACA}"/>
                </a:ext>
              </a:extLst>
            </p:cNvPr>
            <p:cNvCxnSpPr>
              <a:cxnSpLocks/>
              <a:stCxn id="59" idx="0"/>
            </p:cNvCxnSpPr>
            <p:nvPr/>
          </p:nvCxnSpPr>
          <p:spPr>
            <a:xfrm flipH="1">
              <a:off x="3792015" y="4454105"/>
              <a:ext cx="93259" cy="112325"/>
            </a:xfrm>
            <a:prstGeom prst="line">
              <a:avLst/>
            </a:prstGeom>
            <a:noFill/>
            <a:ln w="76200" cap="rnd" cmpd="sng" algn="ctr">
              <a:solidFill>
                <a:srgbClr val="F79646"/>
              </a:solidFill>
              <a:prstDash val="solid"/>
            </a:ln>
            <a:effectLst/>
          </p:spPr>
        </p:cxnSp>
        <p:sp>
          <p:nvSpPr>
            <p:cNvPr id="59" name="Diamond 38">
              <a:extLst>
                <a:ext uri="{FF2B5EF4-FFF2-40B4-BE49-F238E27FC236}">
                  <a16:creationId xmlns:a16="http://schemas.microsoft.com/office/drawing/2014/main" id="{33A6A668-820B-07FD-8A8B-586C52665C4F}"/>
                </a:ext>
              </a:extLst>
            </p:cNvPr>
            <p:cNvSpPr/>
            <p:nvPr/>
          </p:nvSpPr>
          <p:spPr>
            <a:xfrm>
              <a:off x="3885274" y="4454105"/>
              <a:ext cx="262863" cy="224651"/>
            </a:xfrm>
            <a:custGeom>
              <a:avLst/>
              <a:gdLst>
                <a:gd name="connsiteX0" fmla="*/ 0 w 262863"/>
                <a:gd name="connsiteY0" fmla="*/ 224652 h 449303"/>
                <a:gd name="connsiteX1" fmla="*/ 131432 w 262863"/>
                <a:gd name="connsiteY1" fmla="*/ 0 h 449303"/>
                <a:gd name="connsiteX2" fmla="*/ 262863 w 262863"/>
                <a:gd name="connsiteY2" fmla="*/ 224652 h 449303"/>
                <a:gd name="connsiteX3" fmla="*/ 131432 w 262863"/>
                <a:gd name="connsiteY3" fmla="*/ 449303 h 449303"/>
                <a:gd name="connsiteX4" fmla="*/ 0 w 262863"/>
                <a:gd name="connsiteY4" fmla="*/ 224652 h 449303"/>
                <a:gd name="connsiteX0" fmla="*/ 0 w 262863"/>
                <a:gd name="connsiteY0" fmla="*/ 0 h 224651"/>
                <a:gd name="connsiteX1" fmla="*/ 129051 w 262863"/>
                <a:gd name="connsiteY1" fmla="*/ 215879 h 224651"/>
                <a:gd name="connsiteX2" fmla="*/ 262863 w 262863"/>
                <a:gd name="connsiteY2" fmla="*/ 0 h 224651"/>
                <a:gd name="connsiteX3" fmla="*/ 131432 w 262863"/>
                <a:gd name="connsiteY3" fmla="*/ 224651 h 224651"/>
                <a:gd name="connsiteX4" fmla="*/ 0 w 262863"/>
                <a:gd name="connsiteY4" fmla="*/ 0 h 224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2863" h="224651">
                  <a:moveTo>
                    <a:pt x="0" y="0"/>
                  </a:moveTo>
                  <a:lnTo>
                    <a:pt x="129051" y="215879"/>
                  </a:lnTo>
                  <a:lnTo>
                    <a:pt x="262863" y="0"/>
                  </a:lnTo>
                  <a:lnTo>
                    <a:pt x="131432" y="22465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200" cap="flat" cmpd="sng" algn="ctr">
              <a:solidFill>
                <a:srgbClr val="F79646"/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609585"/>
              <a:endParaRPr lang="en-US" sz="2400" kern="0">
                <a:solidFill>
                  <a:prstClr val="white"/>
                </a:solidFill>
                <a:latin typeface="Arial" panose="020B0604020202020204"/>
              </a:endParaRPr>
            </a:p>
          </p:txBody>
        </p:sp>
        <p:sp>
          <p:nvSpPr>
            <p:cNvPr id="60" name="Diamond 38">
              <a:extLst>
                <a:ext uri="{FF2B5EF4-FFF2-40B4-BE49-F238E27FC236}">
                  <a16:creationId xmlns:a16="http://schemas.microsoft.com/office/drawing/2014/main" id="{CC559438-79ED-ABD7-EB61-E3E927D1647A}"/>
                </a:ext>
              </a:extLst>
            </p:cNvPr>
            <p:cNvSpPr/>
            <p:nvPr/>
          </p:nvSpPr>
          <p:spPr>
            <a:xfrm>
              <a:off x="4149824" y="4459148"/>
              <a:ext cx="262863" cy="224651"/>
            </a:xfrm>
            <a:custGeom>
              <a:avLst/>
              <a:gdLst>
                <a:gd name="connsiteX0" fmla="*/ 0 w 262863"/>
                <a:gd name="connsiteY0" fmla="*/ 224652 h 449303"/>
                <a:gd name="connsiteX1" fmla="*/ 131432 w 262863"/>
                <a:gd name="connsiteY1" fmla="*/ 0 h 449303"/>
                <a:gd name="connsiteX2" fmla="*/ 262863 w 262863"/>
                <a:gd name="connsiteY2" fmla="*/ 224652 h 449303"/>
                <a:gd name="connsiteX3" fmla="*/ 131432 w 262863"/>
                <a:gd name="connsiteY3" fmla="*/ 449303 h 449303"/>
                <a:gd name="connsiteX4" fmla="*/ 0 w 262863"/>
                <a:gd name="connsiteY4" fmla="*/ 224652 h 449303"/>
                <a:gd name="connsiteX0" fmla="*/ 0 w 262863"/>
                <a:gd name="connsiteY0" fmla="*/ 0 h 224651"/>
                <a:gd name="connsiteX1" fmla="*/ 129051 w 262863"/>
                <a:gd name="connsiteY1" fmla="*/ 215879 h 224651"/>
                <a:gd name="connsiteX2" fmla="*/ 262863 w 262863"/>
                <a:gd name="connsiteY2" fmla="*/ 0 h 224651"/>
                <a:gd name="connsiteX3" fmla="*/ 131432 w 262863"/>
                <a:gd name="connsiteY3" fmla="*/ 224651 h 224651"/>
                <a:gd name="connsiteX4" fmla="*/ 0 w 262863"/>
                <a:gd name="connsiteY4" fmla="*/ 0 h 224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2863" h="224651">
                  <a:moveTo>
                    <a:pt x="0" y="0"/>
                  </a:moveTo>
                  <a:lnTo>
                    <a:pt x="129051" y="215879"/>
                  </a:lnTo>
                  <a:lnTo>
                    <a:pt x="262863" y="0"/>
                  </a:lnTo>
                  <a:lnTo>
                    <a:pt x="131432" y="22465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200" cap="flat" cmpd="sng" algn="ctr">
              <a:solidFill>
                <a:srgbClr val="F79646"/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609585"/>
              <a:endParaRPr lang="en-US" sz="2400" kern="0">
                <a:solidFill>
                  <a:prstClr val="white"/>
                </a:solidFill>
                <a:latin typeface="Arial" panose="020B0604020202020204"/>
              </a:endParaRPr>
            </a:p>
          </p:txBody>
        </p:sp>
        <p:sp>
          <p:nvSpPr>
            <p:cNvPr id="61" name="Diamond 38">
              <a:extLst>
                <a:ext uri="{FF2B5EF4-FFF2-40B4-BE49-F238E27FC236}">
                  <a16:creationId xmlns:a16="http://schemas.microsoft.com/office/drawing/2014/main" id="{CAE2BDEA-6EBB-E420-632E-131D186ACB77}"/>
                </a:ext>
              </a:extLst>
            </p:cNvPr>
            <p:cNvSpPr/>
            <p:nvPr/>
          </p:nvSpPr>
          <p:spPr>
            <a:xfrm>
              <a:off x="4417156" y="4465611"/>
              <a:ext cx="222382" cy="224651"/>
            </a:xfrm>
            <a:custGeom>
              <a:avLst/>
              <a:gdLst>
                <a:gd name="connsiteX0" fmla="*/ 0 w 262863"/>
                <a:gd name="connsiteY0" fmla="*/ 224652 h 449303"/>
                <a:gd name="connsiteX1" fmla="*/ 131432 w 262863"/>
                <a:gd name="connsiteY1" fmla="*/ 0 h 449303"/>
                <a:gd name="connsiteX2" fmla="*/ 262863 w 262863"/>
                <a:gd name="connsiteY2" fmla="*/ 224652 h 449303"/>
                <a:gd name="connsiteX3" fmla="*/ 131432 w 262863"/>
                <a:gd name="connsiteY3" fmla="*/ 449303 h 449303"/>
                <a:gd name="connsiteX4" fmla="*/ 0 w 262863"/>
                <a:gd name="connsiteY4" fmla="*/ 224652 h 449303"/>
                <a:gd name="connsiteX0" fmla="*/ 0 w 262863"/>
                <a:gd name="connsiteY0" fmla="*/ 0 h 224651"/>
                <a:gd name="connsiteX1" fmla="*/ 129051 w 262863"/>
                <a:gd name="connsiteY1" fmla="*/ 215879 h 224651"/>
                <a:gd name="connsiteX2" fmla="*/ 262863 w 262863"/>
                <a:gd name="connsiteY2" fmla="*/ 0 h 224651"/>
                <a:gd name="connsiteX3" fmla="*/ 131432 w 262863"/>
                <a:gd name="connsiteY3" fmla="*/ 224651 h 224651"/>
                <a:gd name="connsiteX4" fmla="*/ 0 w 262863"/>
                <a:gd name="connsiteY4" fmla="*/ 0 h 224651"/>
                <a:gd name="connsiteX0" fmla="*/ 0 w 231907"/>
                <a:gd name="connsiteY0" fmla="*/ 0 h 224651"/>
                <a:gd name="connsiteX1" fmla="*/ 129051 w 231907"/>
                <a:gd name="connsiteY1" fmla="*/ 215879 h 224651"/>
                <a:gd name="connsiteX2" fmla="*/ 231907 w 231907"/>
                <a:gd name="connsiteY2" fmla="*/ 50006 h 224651"/>
                <a:gd name="connsiteX3" fmla="*/ 131432 w 231907"/>
                <a:gd name="connsiteY3" fmla="*/ 224651 h 224651"/>
                <a:gd name="connsiteX4" fmla="*/ 0 w 231907"/>
                <a:gd name="connsiteY4" fmla="*/ 0 h 224651"/>
                <a:gd name="connsiteX0" fmla="*/ 0 w 222382"/>
                <a:gd name="connsiteY0" fmla="*/ 0 h 224651"/>
                <a:gd name="connsiteX1" fmla="*/ 129051 w 222382"/>
                <a:gd name="connsiteY1" fmla="*/ 215879 h 224651"/>
                <a:gd name="connsiteX2" fmla="*/ 222382 w 222382"/>
                <a:gd name="connsiteY2" fmla="*/ 64294 h 224651"/>
                <a:gd name="connsiteX3" fmla="*/ 131432 w 222382"/>
                <a:gd name="connsiteY3" fmla="*/ 224651 h 224651"/>
                <a:gd name="connsiteX4" fmla="*/ 0 w 222382"/>
                <a:gd name="connsiteY4" fmla="*/ 0 h 224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2382" h="224651">
                  <a:moveTo>
                    <a:pt x="0" y="0"/>
                  </a:moveTo>
                  <a:lnTo>
                    <a:pt x="129051" y="215879"/>
                  </a:lnTo>
                  <a:lnTo>
                    <a:pt x="222382" y="64294"/>
                  </a:lnTo>
                  <a:lnTo>
                    <a:pt x="131432" y="22465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200" cap="flat" cmpd="sng" algn="ctr">
              <a:solidFill>
                <a:srgbClr val="F79646"/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609585"/>
              <a:endParaRPr lang="en-US" sz="2400" kern="0">
                <a:solidFill>
                  <a:prstClr val="white"/>
                </a:solidFill>
                <a:latin typeface="Arial" panose="020B0604020202020204"/>
              </a:endParaRPr>
            </a:p>
          </p:txBody>
        </p: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5ED0886B-95D2-503F-A4CD-07F9C50D14E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25893" y="4566430"/>
              <a:ext cx="261653" cy="0"/>
            </a:xfrm>
            <a:prstGeom prst="line">
              <a:avLst/>
            </a:prstGeom>
            <a:noFill/>
            <a:ln w="76200" cap="rnd" cmpd="sng" algn="ctr">
              <a:solidFill>
                <a:srgbClr val="F79646"/>
              </a:solidFill>
              <a:prstDash val="solid"/>
            </a:ln>
            <a:effectLst/>
          </p:spPr>
        </p:cxnSp>
      </p:grp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EE59357B-E9CB-9D20-8411-0F32F95DCE9D}"/>
              </a:ext>
            </a:extLst>
          </p:cNvPr>
          <p:cNvCxnSpPr>
            <a:cxnSpLocks/>
            <a:stCxn id="61" idx="2"/>
          </p:cNvCxnSpPr>
          <p:nvPr/>
        </p:nvCxnSpPr>
        <p:spPr>
          <a:xfrm>
            <a:off x="3523405" y="1533250"/>
            <a:ext cx="310558" cy="0"/>
          </a:xfrm>
          <a:prstGeom prst="line">
            <a:avLst/>
          </a:prstGeom>
          <a:noFill/>
          <a:ln w="76200" cap="rnd" cmpd="sng" algn="ctr">
            <a:solidFill>
              <a:srgbClr val="F79646"/>
            </a:solidFill>
            <a:prstDash val="solid"/>
          </a:ln>
          <a:effectLst/>
        </p:spPr>
      </p:cxnSp>
      <p:sp>
        <p:nvSpPr>
          <p:cNvPr id="64" name="Arc 63">
            <a:extLst>
              <a:ext uri="{FF2B5EF4-FFF2-40B4-BE49-F238E27FC236}">
                <a16:creationId xmlns:a16="http://schemas.microsoft.com/office/drawing/2014/main" id="{C24B7EAE-08AC-D202-8ACE-E1D5EA14C4F2}"/>
              </a:ext>
            </a:extLst>
          </p:cNvPr>
          <p:cNvSpPr/>
          <p:nvPr/>
        </p:nvSpPr>
        <p:spPr>
          <a:xfrm rot="14065786">
            <a:off x="3189222" y="530914"/>
            <a:ext cx="596433" cy="490989"/>
          </a:xfrm>
          <a:prstGeom prst="arc">
            <a:avLst>
              <a:gd name="adj1" fmla="val 16574682"/>
              <a:gd name="adj2" fmla="val 20513846"/>
            </a:avLst>
          </a:prstGeom>
          <a:noFill/>
          <a:ln w="76200" cap="rnd" cmpd="sng" algn="ctr">
            <a:solidFill>
              <a:srgbClr val="F79646"/>
            </a:solidFill>
            <a:prstDash val="solid"/>
          </a:ln>
          <a:effectLst/>
        </p:spPr>
        <p:txBody>
          <a:bodyPr rtlCol="0" anchor="ctr"/>
          <a:lstStyle/>
          <a:p>
            <a:pPr algn="ctr" defTabSz="609585"/>
            <a:endParaRPr lang="en-US" sz="2400" kern="0">
              <a:solidFill>
                <a:prstClr val="black"/>
              </a:solidFill>
              <a:latin typeface="Arial" panose="020B06040202020202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902BFD21-7025-4941-AB6D-7DBD70FD4397}"/>
                  </a:ext>
                </a:extLst>
              </p:cNvPr>
              <p:cNvSpPr/>
              <p:nvPr/>
            </p:nvSpPr>
            <p:spPr>
              <a:xfrm>
                <a:off x="3956099" y="1283512"/>
                <a:ext cx="891583" cy="480913"/>
              </a:xfrm>
              <a:prstGeom prst="rect">
                <a:avLst/>
              </a:prstGeom>
              <a:noFill/>
              <a:ln w="76200" cap="rnd" cmpd="sng" algn="ctr">
                <a:solidFill>
                  <a:srgbClr val="F79646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609585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kern="0">
                              <a:solidFill>
                                <a:srgbClr val="F79646">
                                  <a:lumMod val="75000"/>
                                </a:srgb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 kern="0">
                              <a:solidFill>
                                <a:srgbClr val="F79646">
                                  <a:lumMod val="75000"/>
                                </a:srgbClr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kern="0">
                              <a:solidFill>
                                <a:srgbClr val="F79646">
                                  <a:lumMod val="75000"/>
                                </a:srgbClr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sub>
                      </m:sSub>
                    </m:oMath>
                  </m:oMathPara>
                </a14:m>
                <a:endParaRPr lang="en-US" sz="1800" kern="0" dirty="0">
                  <a:solidFill>
                    <a:prstClr val="black"/>
                  </a:solidFill>
                  <a:latin typeface="Arial" panose="020B0604020202020204"/>
                </a:endParaRPr>
              </a:p>
            </p:txBody>
          </p:sp>
        </mc:Choice>
        <mc:Fallback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902BFD21-7025-4941-AB6D-7DBD70FD43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6099" y="1283512"/>
                <a:ext cx="891583" cy="48091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76200" cap="rnd" cmpd="sng" algn="ctr">
                <a:solidFill>
                  <a:srgbClr val="F79646"/>
                </a:solidFill>
                <a:prstDash val="solid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F4376E93-61C8-256D-2F76-51DF95432BAC}"/>
              </a:ext>
            </a:extLst>
          </p:cNvPr>
          <p:cNvCxnSpPr>
            <a:cxnSpLocks/>
          </p:cNvCxnSpPr>
          <p:nvPr/>
        </p:nvCxnSpPr>
        <p:spPr>
          <a:xfrm>
            <a:off x="4847682" y="1523967"/>
            <a:ext cx="209681" cy="0"/>
          </a:xfrm>
          <a:prstGeom prst="line">
            <a:avLst/>
          </a:prstGeom>
          <a:noFill/>
          <a:ln w="76200" cap="rnd" cmpd="sng" algn="ctr">
            <a:solidFill>
              <a:srgbClr val="F79646"/>
            </a:solidFill>
            <a:prstDash val="solid"/>
          </a:ln>
          <a:effectLst/>
        </p:spPr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C3E038F3-453E-2552-D6E4-8CE24D8D895B}"/>
              </a:ext>
            </a:extLst>
          </p:cNvPr>
          <p:cNvCxnSpPr>
            <a:cxnSpLocks/>
          </p:cNvCxnSpPr>
          <p:nvPr/>
        </p:nvCxnSpPr>
        <p:spPr>
          <a:xfrm>
            <a:off x="5057362" y="1128567"/>
            <a:ext cx="371418" cy="0"/>
          </a:xfrm>
          <a:prstGeom prst="line">
            <a:avLst/>
          </a:prstGeom>
          <a:noFill/>
          <a:ln w="76200" cap="rnd" cmpd="sng" algn="ctr">
            <a:solidFill>
              <a:srgbClr val="F79646"/>
            </a:solidFill>
            <a:prstDash val="solid"/>
          </a:ln>
          <a:effectLst/>
        </p:spPr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13C00E57-29D9-C4FE-FE17-8A9F8AC7C20E}"/>
              </a:ext>
            </a:extLst>
          </p:cNvPr>
          <p:cNvSpPr txBox="1"/>
          <p:nvPr/>
        </p:nvSpPr>
        <p:spPr>
          <a:xfrm>
            <a:off x="45692" y="492863"/>
            <a:ext cx="1354894" cy="584775"/>
          </a:xfrm>
          <a:prstGeom prst="rect">
            <a:avLst/>
          </a:prstGeom>
          <a:noFill/>
          <a:ln w="12700"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algn="ctr" defTabSz="609585"/>
            <a:r>
              <a:rPr lang="en-US" sz="1600" kern="0" dirty="0">
                <a:solidFill>
                  <a:prstClr val="black"/>
                </a:solidFill>
                <a:latin typeface="Arial" panose="020B0604020202020204"/>
              </a:rPr>
              <a:t>Electrolyte</a:t>
            </a:r>
          </a:p>
          <a:p>
            <a:pPr algn="ctr" defTabSz="609585"/>
            <a:r>
              <a:rPr lang="en-US" sz="1600" kern="0" dirty="0">
                <a:solidFill>
                  <a:prstClr val="black"/>
                </a:solidFill>
                <a:latin typeface="Arial" panose="020B0604020202020204"/>
              </a:rPr>
              <a:t> resistance </a:t>
            </a: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1996ED6F-5971-C7A0-7F5B-DF0F8839226B}"/>
              </a:ext>
            </a:extLst>
          </p:cNvPr>
          <p:cNvCxnSpPr>
            <a:cxnSpLocks/>
            <a:stCxn id="68" idx="3"/>
          </p:cNvCxnSpPr>
          <p:nvPr/>
        </p:nvCxnSpPr>
        <p:spPr>
          <a:xfrm flipV="1">
            <a:off x="1400586" y="785250"/>
            <a:ext cx="282845" cy="1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tailEnd type="triangle"/>
          </a:ln>
          <a:effectLst/>
        </p:spPr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118E11F8-6F2B-E314-1B8A-91436A1DE31D}"/>
              </a:ext>
            </a:extLst>
          </p:cNvPr>
          <p:cNvSpPr txBox="1"/>
          <p:nvPr/>
        </p:nvSpPr>
        <p:spPr>
          <a:xfrm>
            <a:off x="3838659" y="45030"/>
            <a:ext cx="1392219" cy="584775"/>
          </a:xfrm>
          <a:prstGeom prst="rect">
            <a:avLst/>
          </a:prstGeom>
          <a:noFill/>
          <a:ln w="12700"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algn="ctr" defTabSz="609585"/>
            <a:r>
              <a:rPr lang="en-US" sz="1600" kern="0" dirty="0">
                <a:solidFill>
                  <a:prstClr val="black"/>
                </a:solidFill>
                <a:latin typeface="Arial" panose="020B0604020202020204"/>
              </a:rPr>
              <a:t>Double-layer CPE 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330C4FB6-B8C1-58D3-8C9C-E5F5A15B8038}"/>
              </a:ext>
            </a:extLst>
          </p:cNvPr>
          <p:cNvCxnSpPr>
            <a:cxnSpLocks/>
            <a:stCxn id="70" idx="1"/>
          </p:cNvCxnSpPr>
          <p:nvPr/>
        </p:nvCxnSpPr>
        <p:spPr>
          <a:xfrm flipH="1">
            <a:off x="3510308" y="337418"/>
            <a:ext cx="328350" cy="0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tailEnd type="triangle"/>
          </a:ln>
          <a:effectLst/>
        </p:spPr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D85F080E-6E4C-F209-3B5F-DDED3F7AF415}"/>
              </a:ext>
            </a:extLst>
          </p:cNvPr>
          <p:cNvSpPr txBox="1"/>
          <p:nvPr/>
        </p:nvSpPr>
        <p:spPr>
          <a:xfrm>
            <a:off x="2607700" y="2112400"/>
            <a:ext cx="2761470" cy="338554"/>
          </a:xfrm>
          <a:prstGeom prst="rect">
            <a:avLst/>
          </a:prstGeom>
          <a:noFill/>
          <a:ln w="12700"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algn="ctr" defTabSz="609585"/>
            <a:r>
              <a:rPr lang="en-US" sz="1600" kern="0" dirty="0">
                <a:solidFill>
                  <a:prstClr val="black"/>
                </a:solidFill>
                <a:latin typeface="Arial" panose="020B0604020202020204"/>
              </a:rPr>
              <a:t>Diffusion-layer impedance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5600E68-1FC8-649A-AD88-D15CD1ABB709}"/>
              </a:ext>
            </a:extLst>
          </p:cNvPr>
          <p:cNvSpPr txBox="1"/>
          <p:nvPr/>
        </p:nvSpPr>
        <p:spPr>
          <a:xfrm>
            <a:off x="18751" y="1674348"/>
            <a:ext cx="2659255" cy="338554"/>
          </a:xfrm>
          <a:prstGeom prst="rect">
            <a:avLst/>
          </a:prstGeom>
          <a:noFill/>
          <a:ln w="12700"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algn="ctr" defTabSz="609585"/>
            <a:r>
              <a:rPr lang="en-US" sz="1600" kern="0" dirty="0">
                <a:solidFill>
                  <a:prstClr val="black"/>
                </a:solidFill>
                <a:latin typeface="Arial" panose="020B0604020202020204"/>
              </a:rPr>
              <a:t>Charge transfer resistance</a:t>
            </a: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073D7E39-CF02-FCCF-3C46-9CAD2BECDA86}"/>
              </a:ext>
            </a:extLst>
          </p:cNvPr>
          <p:cNvCxnSpPr>
            <a:cxnSpLocks/>
            <a:stCxn id="73" idx="3"/>
          </p:cNvCxnSpPr>
          <p:nvPr/>
        </p:nvCxnSpPr>
        <p:spPr>
          <a:xfrm>
            <a:off x="2678006" y="1843625"/>
            <a:ext cx="229314" cy="0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tailEnd type="triangle"/>
          </a:ln>
          <a:effectLst/>
        </p:spPr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FB6E99E0-3FFD-49E7-FA3D-73724E6315B1}"/>
              </a:ext>
            </a:extLst>
          </p:cNvPr>
          <p:cNvCxnSpPr>
            <a:cxnSpLocks/>
            <a:endCxn id="65" idx="2"/>
          </p:cNvCxnSpPr>
          <p:nvPr/>
        </p:nvCxnSpPr>
        <p:spPr>
          <a:xfrm flipV="1">
            <a:off x="4401890" y="1764424"/>
            <a:ext cx="0" cy="347472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665840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 animBg="1"/>
      <p:bldP spid="70" grpId="0" animBg="1"/>
      <p:bldP spid="72" grpId="0" animBg="1"/>
      <p:bldP spid="73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</TotalTime>
  <Words>14</Words>
  <Application>Microsoft Office PowerPoint</Application>
  <PresentationFormat>Custom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Mundiwala, Mohammad</dc:creator>
  <cp:lastModifiedBy>Mundiwala, Mohammad</cp:lastModifiedBy>
  <cp:revision>2</cp:revision>
  <dcterms:created xsi:type="dcterms:W3CDTF">2025-11-21T21:49:18Z</dcterms:created>
  <dcterms:modified xsi:type="dcterms:W3CDTF">2025-11-21T21:51:41Z</dcterms:modified>
</cp:coreProperties>
</file>